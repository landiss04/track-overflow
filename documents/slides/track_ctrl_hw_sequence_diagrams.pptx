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70" y="1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Track Controller (HW)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>
                <a:solidFill>
                  <a:srgbClr val="D9E2EC"/>
                </a:solidFill>
                <a:latin typeface="Segoe UI"/>
              </a:rPr>
              <a:t>Interaction and 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9E2EC"/>
                </a:solidFill>
                <a:latin typeface="Segoe UI"/>
              </a:rPr>
              <a:t>Braden · Track Overflow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5253A-8600-53BB-7C7C-B27ABDE5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24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SD-01 Load wayside database (UC-01)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</a:t>
            </a:r>
          </a:p>
        </p:txBody>
      </p:sp>
      <p:pic>
        <p:nvPicPr>
          <p:cNvPr id="6" name="Picture 5" descr="sd01_load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147" y="868680"/>
            <a:ext cx="7835400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SD-02 Load PLC program (UC-02)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4</a:t>
            </a:r>
          </a:p>
        </p:txBody>
      </p:sp>
      <p:pic>
        <p:nvPicPr>
          <p:cNvPr id="6" name="Picture 5" descr="sd02_load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69" y="868680"/>
            <a:ext cx="7534957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SD-03 Select wayside (UC-03)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5</a:t>
            </a:r>
          </a:p>
        </p:txBody>
      </p:sp>
      <p:pic>
        <p:nvPicPr>
          <p:cNvPr id="6" name="Picture 5" descr="sd03_select_way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131" y="868680"/>
            <a:ext cx="7065433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SD-04 Monitor wayside state (UC-04)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6</a:t>
            </a:r>
          </a:p>
        </p:txBody>
      </p:sp>
      <p:pic>
        <p:nvPicPr>
          <p:cNvPr id="6" name="Picture 5" descr="sd04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29" y="868680"/>
            <a:ext cx="9757436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SD-05 View PLC program details (UC-05)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7</a:t>
            </a:r>
          </a:p>
        </p:txBody>
      </p:sp>
      <p:pic>
        <p:nvPicPr>
          <p:cNvPr id="6" name="Picture 5" descr="sd05_plc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00" y="868680"/>
            <a:ext cx="6781695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Segoe UI"/>
              </a:rPr>
              <a:t>SD-06 View last report to the CTC Office (UC-06)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8</a:t>
            </a:r>
          </a:p>
        </p:txBody>
      </p:sp>
      <p:pic>
        <p:nvPicPr>
          <p:cNvPr id="6" name="Picture 5" descr="sd06_las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112" y="868680"/>
            <a:ext cx="7169470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SD-07 Run scan cycle (UC-07)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9</a:t>
            </a:r>
          </a:p>
        </p:txBody>
      </p:sp>
      <p:pic>
        <p:nvPicPr>
          <p:cNvPr id="6" name="Picture 5" descr="sd07_run_sca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734" y="868680"/>
            <a:ext cx="7584226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Segoe UI"/>
              </a:rPr>
              <a:t>SD-08 Receive speed and authority suggestions (UC-08)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sd08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513" y="868680"/>
            <a:ext cx="7398668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SD-09 Receive closures and maintenance switch commands (UC-09)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11</a:t>
            </a:r>
          </a:p>
        </p:txBody>
      </p:sp>
      <p:pic>
        <p:nvPicPr>
          <p:cNvPr id="6" name="Picture 5" descr="sd09_closures_switch_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977" y="868680"/>
            <a:ext cx="7665740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SD-10 Receive track state (UC-10)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12</a:t>
            </a:r>
          </a:p>
        </p:txBody>
      </p:sp>
      <p:pic>
        <p:nvPicPr>
          <p:cNvPr id="6" name="Picture 5" descr="sd10_track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05" y="868680"/>
            <a:ext cx="6982684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SD-11 Command switches (UC-11)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13</a:t>
            </a:r>
          </a:p>
        </p:txBody>
      </p:sp>
      <p:pic>
        <p:nvPicPr>
          <p:cNvPr id="6" name="Picture 5" descr="sd11_command_swi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103" y="868680"/>
            <a:ext cx="5703488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SD-12 Set signal aspects (UC-12)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14</a:t>
            </a:r>
          </a:p>
        </p:txBody>
      </p:sp>
      <p:pic>
        <p:nvPicPr>
          <p:cNvPr id="6" name="Picture 5" descr="sd12_signal_asp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379" y="868680"/>
            <a:ext cx="7400936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SD-13 Control railway crossings (UC-13)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15</a:t>
            </a:r>
          </a:p>
        </p:txBody>
      </p:sp>
      <p:pic>
        <p:nvPicPr>
          <p:cNvPr id="6" name="Picture 5" descr="sd13_cross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06" y="868680"/>
            <a:ext cx="7011083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SD-14 Send speed and authority on track circuits (UC-14)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16</a:t>
            </a:r>
          </a:p>
        </p:txBody>
      </p:sp>
      <p:pic>
        <p:nvPicPr>
          <p:cNvPr id="6" name="Picture 5" descr="sd14_track_circ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934" y="868680"/>
            <a:ext cx="6087827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SD-15 Report occupancy, state and readiness (UC-15)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17</a:t>
            </a:r>
          </a:p>
        </p:txBody>
      </p:sp>
      <p:pic>
        <p:nvPicPr>
          <p:cNvPr id="6" name="Picture 5" descr="sd15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579" y="868680"/>
            <a:ext cx="7738536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SD-16 Hold fail-safe outputs (UC-16)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18</a:t>
            </a:r>
          </a:p>
        </p:txBody>
      </p:sp>
      <p:pic>
        <p:nvPicPr>
          <p:cNvPr id="6" name="Picture 5" descr="sd16_hold_fail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00" y="868680"/>
            <a:ext cx="5514494" cy="5879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188</Words>
  <Application>Microsoft Office PowerPoint</Application>
  <PresentationFormat>Widescreen</PresentationFormat>
  <Paragraphs>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Bosilovich, Braden Edward</cp:lastModifiedBy>
  <cp:revision>2</cp:revision>
  <dcterms:created xsi:type="dcterms:W3CDTF">2013-01-27T09:14:16Z</dcterms:created>
  <dcterms:modified xsi:type="dcterms:W3CDTF">2026-10-25T19:06:18Z</dcterms:modified>
  <cp:category/>
</cp:coreProperties>
</file>