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&lt;Module name&gt;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D9E2EC"/>
                </a:solidFill>
                <a:latin typeface="Segoe UI"/>
              </a:rPr>
              <a:t>Design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D9E2EC"/>
                </a:solidFill>
                <a:latin typeface="Segoe UI"/>
              </a:rPr>
              <a:t>&lt;Name&gt; · Track Overflow · 2026-10-22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280160" cy="7315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  <a:latin typeface="Segoe UI"/>
              </a:rPr>
              <a:t>Style guide for these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5B6775"/>
                </a:solidFill>
                <a:latin typeface="Segoe UI"/>
              </a:rPr>
              <a:t>Copy this deck, or call build_decks.py's Deck class, so the decks combine cleanly.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How to keep the decks 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&lt;your module&gt;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1136873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16:9, Segoe UI; navy title bar, white body, footer with module and slide number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One idea per slide; a diagram slide holds one diagram, centred, with an optional one-line caption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Section dividers in this order: Overview, Use cases, Use case descriptions, Architecture, Class diagrams, Sequence diagrams; system architecture, deployment and concepts are drawn once, for the system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Diagrams: PlantUML with documents/uml/style.iuml, rendered to PNG at 150 dpi</a:t>
            </a:r>
          </a:p>
          <a:p>
            <a:pPr lvl="1">
              <a:spcAft>
                <a:spcPts val="400"/>
              </a:spcAft>
            </a:pPr>
            <a:r>
              <a:rPr sz="2100">
                <a:solidFill>
                  <a:srgbClr val="5B6775"/>
                </a:solidFill>
                <a:latin typeface="Segoe UI"/>
              </a:rPr>
              <a:t>–  Designed-but-not-built elements are orange and marked «planned»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Requirement IDs as in the SRS (REQ-FUNC-049); rubric items as 6.0 to 6.9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22B36"/>
                </a:solidFill>
                <a:latin typeface="Segoe UI"/>
              </a:rPr>
              <a:t>•  Use case descriptions on their own slides, in one block after the use case diagram, so a presenter can skip past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&lt;your module&gt;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97280"/>
          <a:ext cx="1124711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749039"/>
                <a:gridCol w="374903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Column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Column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Column</a:t>
                      </a:r>
                    </a:p>
                  </a:txBody>
                  <a:tcPr marL="73152" marR="73152" marT="36576" marB="36576"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Navy header row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Alternate row shading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16 pt text</a:t>
                      </a:r>
                    </a:p>
                  </a:txBody>
                  <a:tcPr marL="73152" marR="73152" marT="36576" marB="36576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Keep tables under 12 rows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>Split longer ones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22B36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Code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&lt;your module&gt;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6366491" cy="5349240"/>
          </a:xfrm>
          <a:prstGeom prst="rect">
            <a:avLst/>
          </a:prstGeom>
          <a:solidFill>
            <a:srgbClr val="F7F9FC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6092171" cy="5166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VAR_IN  OCC_1..20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VAR_OUT AUTH_1..20</a:t>
            </a:r>
          </a:p>
          <a:p>
            <a:pPr algn="l"/>
            <a:r>
              <a:rPr sz="1700" b="0">
                <a:solidFill>
                  <a:srgbClr val="222B36"/>
                </a:solidFill>
                <a:latin typeface="Consolas"/>
              </a:rPr>
              <a:t>AUTH_2 := NOT (OCC_1 OR OCC_3)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2291" y="1097280"/>
            <a:ext cx="4727924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22B36"/>
                </a:solidFill>
                <a:latin typeface="Segoe UI"/>
              </a:rPr>
              <a:t>•  Monospace on a light panel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B36"/>
                </a:solidFill>
                <a:latin typeface="Segoe UI"/>
              </a:rPr>
              <a:t>•  Notes on the 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11135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Diagram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109728"/>
            <a:ext cx="347472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200" b="0">
                <a:solidFill>
                  <a:srgbClr val="D9E2EC"/>
                </a:solidFill>
                <a:latin typeface="Segoe UI"/>
              </a:rPr>
              <a:t>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3796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B6775"/>
                </a:solidFill>
                <a:latin typeface="Segoe UI"/>
              </a:rPr>
              <a:t>Track Overflow · Design Review · &lt;your module&gt;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60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Segoe UI"/>
              </a:rPr>
              <a:t>6</a:t>
            </a:r>
          </a:p>
        </p:txBody>
      </p:sp>
      <p:pic>
        <p:nvPicPr>
          <p:cNvPr id="7" name="Picture 6" descr="uc_track_ctrl_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474" y="978408"/>
            <a:ext cx="7710747" cy="5056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080760"/>
            <a:ext cx="1136873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5B6775"/>
                </a:solidFill>
                <a:latin typeface="Segoe UI"/>
              </a:rPr>
              <a:t>Optional one-line caption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