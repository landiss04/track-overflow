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Segoe UI"/>
              </a:rPr>
              <a:t>&lt;Module name&gt;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D9E2EC"/>
                </a:solidFill>
                <a:latin typeface="Segoe UI"/>
              </a:rPr>
              <a:t>Design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D9E2EC"/>
                </a:solidFill>
                <a:latin typeface="Segoe UI"/>
              </a:rPr>
              <a:t>&lt;Name&gt; · Track Overflow · 2026-10-22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280160" cy="7315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1F3A5F"/>
                </a:solidFill>
                <a:latin typeface="Segoe UI"/>
              </a:rPr>
              <a:t>Style guide for these slides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5B6775"/>
                </a:solidFill>
                <a:latin typeface="Segoe UI"/>
              </a:rPr>
              <a:t>Copy this deck, or call build_decks.py's Deck class, so the decks combine cleanly.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How to keep the decks consistent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&lt;your module&gt;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113687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16:9, Segoe UI; navy title bar, white body, footer with module and slide number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One idea per slide; a diagram slide holds one diagram, centred, with an optional one-line caption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Section dividers in this order: Overview, Use cases, Architecture, Class diagrams, Sequence diagrams, Deployment, System concepts, Open items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Diagrams: PlantUML with documents/uml/style.iuml, rendered to PNG at 150 dpi</a:t>
            </a:r>
          </a:p>
          <a:p>
            <a:pPr lvl="1">
              <a:spcAft>
                <a:spcPts val="400"/>
              </a:spcAft>
            </a:pPr>
            <a:r>
              <a:rPr sz="2100">
                <a:solidFill>
                  <a:srgbClr val="5B6775"/>
                </a:solidFill>
                <a:latin typeface="Segoe UI"/>
              </a:rPr>
              <a:t>–  Designed-but-not-built elements are orange and marked «planned»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Requirement IDs as in the SRS (REQ-FUNC-049); rubric items as 6.0 to 6.9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No use case descriptions on slides (the professor asked us to leave them out)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Table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&lt;your module&gt;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97280"/>
          <a:ext cx="1124711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749039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Column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Column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Column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Navy header row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Alternate row shading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16 pt text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Keep tables under 12 rows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Split longer ones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Code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&lt;your module&gt;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6366491" cy="5349240"/>
          </a:xfrm>
          <a:prstGeom prst="rect">
            <a:avLst/>
          </a:prstGeom>
          <a:solidFill>
            <a:srgbClr val="F7F9FC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6092171" cy="5166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222B36"/>
                </a:solidFill>
                <a:latin typeface="Consolas"/>
              </a:rPr>
              <a:t>VAR_IN  OCC_1..20</a:t>
            </a:r>
          </a:p>
          <a:p>
            <a:pPr algn="l"/>
            <a:r>
              <a:rPr sz="1700" b="0">
                <a:solidFill>
                  <a:srgbClr val="222B36"/>
                </a:solidFill>
                <a:latin typeface="Consolas"/>
              </a:rPr>
              <a:t>VAR_OUT AUTH_1..20</a:t>
            </a:r>
          </a:p>
          <a:p>
            <a:pPr algn="l"/>
            <a:r>
              <a:rPr sz="1700" b="0">
                <a:solidFill>
                  <a:srgbClr val="222B36"/>
                </a:solidFill>
                <a:latin typeface="Consolas"/>
              </a:rPr>
              <a:t>AUTH_2 := NOT (OCC_1 OR OCC_3)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52291" y="1097280"/>
            <a:ext cx="4727924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B36"/>
                </a:solidFill>
                <a:latin typeface="Segoe UI"/>
              </a:rPr>
              <a:t>•  Monospace on a light panel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B36"/>
                </a:solidFill>
                <a:latin typeface="Segoe UI"/>
              </a:rPr>
              <a:t>•  Notes on the right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Diagram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&lt;your module&gt;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6</a:t>
            </a:r>
          </a:p>
        </p:txBody>
      </p:sp>
      <p:pic>
        <p:nvPicPr>
          <p:cNvPr id="7" name="Picture 6" descr="uc_track_ctrl_h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474" y="978408"/>
            <a:ext cx="7710747" cy="50566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080760"/>
            <a:ext cx="1136873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latin typeface="Segoe UI"/>
              </a:rPr>
              <a:t>Optional one-line caption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